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248" autoAdjust="0"/>
    <p:restoredTop sz="94610"/>
  </p:normalViewPr>
  <p:slideViewPr>
    <p:cSldViewPr snapToGrid="0" snapToObjects="1">
      <p:cViewPr varScale="1">
        <p:scale>
          <a:sx n="154" d="100"/>
          <a:sy n="154" d="100"/>
        </p:scale>
        <p:origin x="86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94047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D2E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GlowUp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EC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Beauty &amp; grooming, booked in a tap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platform connecting customers who need hair, nail, or makeup services with professional barbers, nail technicians, and makeup artists.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788920"/>
            <a:ext cx="2514600" cy="1783080"/>
          </a:xfrm>
          <a:prstGeom prst="roundRect">
            <a:avLst>
              <a:gd name="adj" fmla="val 615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77240" y="3017520"/>
            <a:ext cx="548640" cy="548640"/>
          </a:xfrm>
          <a:prstGeom prst="ellipse">
            <a:avLst/>
          </a:prstGeom>
          <a:solidFill>
            <a:srgbClr val="ECE2D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154680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77240" y="3657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40233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Find, book &amp; review services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291840" y="2788920"/>
            <a:ext cx="2514600" cy="1783080"/>
          </a:xfrm>
          <a:prstGeom prst="roundRect">
            <a:avLst>
              <a:gd name="adj" fmla="val 615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3520440" y="3017520"/>
            <a:ext cx="548640" cy="548640"/>
          </a:xfrm>
          <a:prstGeom prst="ellipse">
            <a:avLst/>
          </a:prstGeom>
          <a:solidFill>
            <a:srgbClr val="ECE2D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0" y="315468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520440" y="3657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Provider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3520440" y="40233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Showcase work, price services, manage bookings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035040" y="2788920"/>
            <a:ext cx="2514600" cy="1783080"/>
          </a:xfrm>
          <a:prstGeom prst="roundRect">
            <a:avLst>
              <a:gd name="adj" fmla="val 6154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6263640" y="3017520"/>
            <a:ext cx="548640" cy="548640"/>
          </a:xfrm>
          <a:prstGeom prst="ellipse">
            <a:avLst/>
          </a:prstGeom>
          <a:solidFill>
            <a:srgbClr val="ECE2D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15468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263640" y="3657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SysAdmin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6263640" y="40233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accounts, services &amp; reviews trustworthy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5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right professional, book a slot, and share the experience.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840480" cy="1463040"/>
          </a:xfrm>
          <a:prstGeom prst="roundRect">
            <a:avLst>
              <a:gd name="adj" fmla="val 6250"/>
            </a:avLst>
          </a:prstGeom>
          <a:solidFill>
            <a:srgbClr val="F6E7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6D2E4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92024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5564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1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/ modify profile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508760" y="2121408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5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info plus beauty preferences: preferred services, favorite stylist, and notes like allergies.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663440" y="1554480"/>
            <a:ext cx="3840480" cy="1463040"/>
          </a:xfrm>
          <a:prstGeom prst="roundRect">
            <a:avLst>
              <a:gd name="adj" fmla="val 6250"/>
            </a:avLst>
          </a:prstGeom>
          <a:solidFill>
            <a:srgbClr val="F6E7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892040" y="1783080"/>
            <a:ext cx="548640" cy="548640"/>
          </a:xfrm>
          <a:prstGeom prst="ellipse">
            <a:avLst/>
          </a:prstGeom>
          <a:solidFill>
            <a:srgbClr val="6D2E4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92024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23560" y="175564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1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Browse available services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5623560" y="2121408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5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providers by service type, availability, and rating.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3246120"/>
            <a:ext cx="3840480" cy="1463040"/>
          </a:xfrm>
          <a:prstGeom prst="roundRect">
            <a:avLst>
              <a:gd name="adj" fmla="val 6250"/>
            </a:avLst>
          </a:prstGeom>
          <a:solidFill>
            <a:srgbClr val="F6E7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777240" y="3474720"/>
            <a:ext cx="548640" cy="548640"/>
          </a:xfrm>
          <a:prstGeom prst="ellipse">
            <a:avLst/>
          </a:prstGeom>
          <a:solidFill>
            <a:srgbClr val="6D2E4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61188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08760" y="344728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1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 an appointment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1508760" y="3813048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5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a service and time slot and view booking history.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4663440" y="3246120"/>
            <a:ext cx="3840480" cy="1463040"/>
          </a:xfrm>
          <a:prstGeom prst="roundRect">
            <a:avLst>
              <a:gd name="adj" fmla="val 6250"/>
            </a:avLst>
          </a:prstGeom>
          <a:solidFill>
            <a:srgbClr val="F6E7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4892040" y="3474720"/>
            <a:ext cx="548640" cy="548640"/>
          </a:xfrm>
          <a:prstGeom prst="ellipse">
            <a:avLst/>
          </a:prstGeom>
          <a:solidFill>
            <a:srgbClr val="6D2E4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0" y="3611880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623560" y="344728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1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reviews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623560" y="3813048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5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and review the provider after a completed appointment on quality and experience.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0" cy="5143500"/>
          </a:xfrm>
          <a:prstGeom prst="rect">
            <a:avLst/>
          </a:prstGeom>
          <a:solidFill>
            <a:srgbClr val="6D2E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365760" y="2002536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Provider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2676144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1" dirty="0">
                <a:solidFill>
                  <a:srgbClr val="EC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Nail technicians, barbers &amp; makeup artists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566160" y="502920"/>
            <a:ext cx="594360" cy="594360"/>
          </a:xfrm>
          <a:prstGeom prst="ellipse">
            <a:avLst/>
          </a:prstGeom>
          <a:solidFill>
            <a:srgbClr val="F6E7E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1608" y="658368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389120" y="484632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1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/ modify / remove profile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389120" y="83210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B5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Showcase certifications, experience, address, and business hours.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566160" y="1581912"/>
            <a:ext cx="594360" cy="594360"/>
          </a:xfrm>
          <a:prstGeom prst="ellipse">
            <a:avLst/>
          </a:prstGeom>
          <a:solidFill>
            <a:srgbClr val="F6E7E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1608" y="1737360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389120" y="1563624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1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Define services &amp; pricing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389120" y="1911096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B5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each service with a description, price, and estimated duration.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3566160" y="2660904"/>
            <a:ext cx="594360" cy="594360"/>
          </a:xfrm>
          <a:prstGeom prst="ellipse">
            <a:avLst/>
          </a:prstGeom>
          <a:solidFill>
            <a:srgbClr val="F6E7E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1608" y="2816352"/>
            <a:ext cx="283464" cy="28346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389120" y="2642616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1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 bookings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4389120" y="299008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B5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booked slots along with the customer’s information.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3566160" y="3739896"/>
            <a:ext cx="594360" cy="594360"/>
          </a:xfrm>
          <a:prstGeom prst="ellipse">
            <a:avLst/>
          </a:prstGeom>
          <a:solidFill>
            <a:srgbClr val="F6E7E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1608" y="3895344"/>
            <a:ext cx="283464" cy="28346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389120" y="372160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1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Reply to reviews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4389120" y="40690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B5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 professionally to customer feedback.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SysAdmin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5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the marketplace safe, fair, and trustworthy for everyone.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828800" cy="3017520"/>
          </a:xfrm>
          <a:prstGeom prst="roundRect">
            <a:avLst>
              <a:gd name="adj" fmla="val 5000"/>
            </a:avLst>
          </a:prstGeom>
          <a:solidFill>
            <a:srgbClr val="F6E7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43000" y="182880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7592" y="1993392"/>
            <a:ext cx="310896" cy="31089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26517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B1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 user access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29184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5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suspend, or reinstate customer and provider accounts.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606040" y="1600200"/>
            <a:ext cx="1828800" cy="3017520"/>
          </a:xfrm>
          <a:prstGeom prst="roundRect">
            <a:avLst>
              <a:gd name="adj" fmla="val 5000"/>
            </a:avLst>
          </a:prstGeom>
          <a:solidFill>
            <a:srgbClr val="F6E7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3200400" y="182880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4992" y="1993392"/>
            <a:ext cx="310896" cy="31089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743200" y="26517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B1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Moderate services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2743200" y="329184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5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provider services and content; remove anything fraudulent or against policy.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663440" y="1600200"/>
            <a:ext cx="1828800" cy="3017520"/>
          </a:xfrm>
          <a:prstGeom prst="roundRect">
            <a:avLst>
              <a:gd name="adj" fmla="val 5000"/>
            </a:avLst>
          </a:prstGeom>
          <a:solidFill>
            <a:srgbClr val="F6E7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5257800" y="182880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2392" y="1993392"/>
            <a:ext cx="310896" cy="31089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800600" y="26517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B1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Moderate reviews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4800600" y="329184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5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reviews from customers and providers for validity.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720840" y="1600200"/>
            <a:ext cx="1828800" cy="3017520"/>
          </a:xfrm>
          <a:prstGeom prst="roundRect">
            <a:avLst>
              <a:gd name="adj" fmla="val 5000"/>
            </a:avLst>
          </a:prstGeom>
          <a:solidFill>
            <a:srgbClr val="F6E7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7315200" y="182880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79792" y="1993392"/>
            <a:ext cx="310896" cy="31089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858000" y="26517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B1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 usage statistics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6858000" y="329184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5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sales volume, bookings, and platform activity.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2761ec8-7198-4440-bea0-e9dd2af28b51}" enabled="1" method="Standard" siteId="{73e15cf5-5dbb-46af-a862-753916269d7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269</Words>
  <Application>Microsoft Office PowerPoint</Application>
  <PresentationFormat>On-screen Show (16:9)</PresentationFormat>
  <Paragraphs>43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GlowUp</dc:title>
  <dc:subject>PptxGenJS Presentation</dc:subject>
  <dc:creator>PptxGenJS</dc:creator>
  <cp:lastModifiedBy>Hana Lenh</cp:lastModifiedBy>
  <cp:revision>3</cp:revision>
  <dcterms:created xsi:type="dcterms:W3CDTF">2026-09-22T17:33:48Z</dcterms:created>
  <dcterms:modified xsi:type="dcterms:W3CDTF">2026-09-24T00:48:45Z</dcterms:modified>
</cp:coreProperties>
</file>
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8" autoAdjust="0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8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404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GlowUp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Beauty &amp; grooming, booked in a tap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connecting customers who need hair, nail, or makeup services with professional barbers, nail technicians, and makeup artists.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023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Find, book &amp; review services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278892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20440" y="3017520"/>
            <a:ext cx="548640" cy="5486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154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4023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work, price services, manage bookings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278892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63640" y="3017520"/>
            <a:ext cx="548640" cy="5486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1546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636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SysAdmin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4023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accounts, services &amp; reviews trustworthy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professional, book a slot, and share the experience.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/ modify profile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214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 plus beauty preferences: preferred services, favorite stylist, and notes like allergies.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92040" y="17830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7556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available services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21214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providers by service type, availability, and rating.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347472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118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447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an appointment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381304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service and time slot and view booking history.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92040" y="347472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6118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447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reviews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381304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and review the provider after a completed appointment on quality and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20025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26761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Nail technicians, barbers &amp; makeup artists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66160" y="502920"/>
            <a:ext cx="594360" cy="594360"/>
          </a:xfrm>
          <a:prstGeom prst="ellipse">
            <a:avLst/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08" y="658368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389120" y="4846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/ modify / remove profile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8321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certifications, experience, address, and business hours.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66160" y="1581912"/>
            <a:ext cx="594360" cy="594360"/>
          </a:xfrm>
          <a:prstGeom prst="ellipse">
            <a:avLst/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173736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156362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services &amp; pricing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1911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each service with a description, price, and estimated duration.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566160" y="2660904"/>
            <a:ext cx="594360" cy="594360"/>
          </a:xfrm>
          <a:prstGeom prst="ellipse">
            <a:avLst/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608" y="281635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389120" y="26426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bookings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89120" y="29900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booked slots along with the customer’s information.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566160" y="3739896"/>
            <a:ext cx="594360" cy="594360"/>
          </a:xfrm>
          <a:prstGeom prst="ellipse">
            <a:avLst/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8" y="389534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389120" y="37216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Reply to reviews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389120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professionally to customer feedback.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SysAdmin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marketplace safe, fair, and trustworthy for everyone.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182880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19933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517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user access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suspend, or reinstate customer and provider accounts.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16002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0" y="182880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9933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43200" y="26517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services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provider services and content; remove anything fraudulent or against policy.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63440" y="16002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257800" y="182880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392" y="19933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00600" y="26517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reviews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reviews from customers and providers for validity.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20840" y="16002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F6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315200" y="182880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199339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0" y="26517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usage statistics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0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appointments, users, services, and reports.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269</Words>
  <Application>Microsoft Office PowerPoint</Application>
  <PresentationFormat>On-screen Show (16:9)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GlowUp</dc:title>
  <dc:subject>PptxGenJS Presentation</dc:subject>
  <dc:creator>PptxGenJS</dc:creator>
  <cp:lastModifiedBy>Hana Lenh</cp:lastModifiedBy>
  <cp:revision>3</cp:revision>
  <dcterms:created xsi:type="dcterms:W3CDTF">2026-09-22T17:33:48Z</dcterms:created>
  <dcterms:modified xsi:type="dcterms:W3CDTF">2026-09-24T00:48:45Z</dcterms:modified>
</cp:coreProperties>
</file>